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1212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721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446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965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83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521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822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016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196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687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081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84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642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Sistem Inteligent pentru Diagnostic Medical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dirty="0" err="1"/>
              <a:t>Utilizarea</a:t>
            </a:r>
            <a:r>
              <a:rPr dirty="0"/>
              <a:t> </a:t>
            </a:r>
            <a:r>
              <a:rPr dirty="0" err="1"/>
              <a:t>Arborilor</a:t>
            </a:r>
            <a:r>
              <a:rPr dirty="0"/>
              <a:t> de </a:t>
            </a:r>
            <a:r>
              <a:rPr dirty="0" err="1"/>
              <a:t>Decizie</a:t>
            </a:r>
            <a:r>
              <a:rPr dirty="0"/>
              <a:t> (Machine Learning)</a:t>
            </a:r>
          </a:p>
          <a:p>
            <a:r>
              <a:rPr dirty="0" err="1"/>
              <a:t>Disciplina</a:t>
            </a:r>
            <a:r>
              <a:rPr dirty="0"/>
              <a:t>: Practica de </a:t>
            </a:r>
            <a:r>
              <a:rPr dirty="0" err="1"/>
              <a:t>specialitate</a:t>
            </a:r>
            <a:r>
              <a:rPr dirty="0"/>
              <a:t> </a:t>
            </a:r>
          </a:p>
          <a:p>
            <a:r>
              <a:rPr lang="en-US" dirty="0" err="1"/>
              <a:t>Proiect</a:t>
            </a:r>
            <a:r>
              <a:rPr lang="en-US" dirty="0"/>
              <a:t> </a:t>
            </a:r>
            <a:r>
              <a:rPr lang="en-US" dirty="0" err="1"/>
              <a:t>realizat</a:t>
            </a:r>
            <a:r>
              <a:rPr lang="en-US" dirty="0"/>
              <a:t> de</a:t>
            </a:r>
            <a:r>
              <a:rPr dirty="0"/>
              <a:t>: </a:t>
            </a:r>
            <a:r>
              <a:rPr lang="en-US" dirty="0"/>
              <a:t>Malina Ionuț-</a:t>
            </a:r>
            <a:r>
              <a:rPr lang="en-US" dirty="0" err="1"/>
              <a:t>Vlăduț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Obiectivul Proiectului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Crearea unui algoritm capabil să diferențieze rapid între 4 afecțiuni: Răceală, Gripă, COVID-19, Alergie.</a:t>
            </a:r>
          </a:p>
          <a:p>
            <a:r>
              <a:t>Aplicarea conceptelor teoretice de Machine Learning într-un scenariu medical.</a:t>
            </a:r>
          </a:p>
          <a:p>
            <a:r>
              <a:t>Construirea unei interfețe grafice web prietenoase pentru pacienți.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Tehnologiile Folosite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- limbajul principal de programare.</a:t>
            </a:r>
          </a:p>
          <a:p>
            <a:r>
              <a:t>Pandas - pentru manipularea bazei de date medicale.</a:t>
            </a:r>
          </a:p>
          <a:p>
            <a:r>
              <a:t>Scikit-Learn - pentru antrenarea Arborelui de Decizie.</a:t>
            </a:r>
          </a:p>
          <a:p>
            <a:r>
              <a:t>Streamlit - pentru transformarea codului într-o pagină web interactivă.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Generarea și Pregătirea Datelor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 construit un Simulator de Pacienți.</a:t>
            </a:r>
          </a:p>
          <a:p>
            <a:r>
              <a:t>Am generat 200 de pacienți fictivi bazați pe probabilități medicale reale.</a:t>
            </a:r>
          </a:p>
          <a:p>
            <a:r>
              <a:t>Am analizat 7 simptome: Febră, Tuse, Oboseală, Durere în gât, Pierdere gust/miros, Strănut, Dificultăți respiratorii (1=Da, 0=Nu).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Antrenarea și Testarea Modelului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utilizat: Arbore de Decizie (DecisionTreeClassifier).</a:t>
            </a:r>
          </a:p>
          <a:p>
            <a:r>
              <a:t>Am împărțit baza de date: 80% date de antrenare, 20% date de testare.</a:t>
            </a:r>
          </a:p>
          <a:p>
            <a:r>
              <a:t>Performanța obținută: Acuratețe de ~85%.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Cum Gândește Algoritmul?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5D8300C-5E4B-F0E7-4420-4D6E850495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169493" y="1718206"/>
            <a:ext cx="6666407" cy="4453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Interfața Web pentru Pacienți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E40858-789A-748B-FA83-0ED9285BF2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60" y="2041712"/>
            <a:ext cx="3699490" cy="24032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F95E5A-242E-5682-742C-97CFDA8A0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900" y="2031638"/>
            <a:ext cx="4197350" cy="24133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Concluzii și Pași Viitori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Concluzie: Arborii de decizie oferă un diagnostic transparent și ușor de înțeles.</a:t>
            </a:r>
          </a:p>
          <a:p>
            <a:r>
              <a:t>Îmbunătățiri viitoare: Mărirea bazei de date la 10.000+ pacienți.</a:t>
            </a:r>
          </a:p>
          <a:p>
            <a:r>
              <a:t>Adăugarea mai multor boli (ex: Pneumonie, Astm).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Vă</a:t>
            </a:r>
            <a:r>
              <a:rPr dirty="0"/>
              <a:t> </a:t>
            </a:r>
            <a:r>
              <a:rPr dirty="0" err="1"/>
              <a:t>mulțumim</a:t>
            </a:r>
            <a:r>
              <a:rPr dirty="0"/>
              <a:t> </a:t>
            </a:r>
            <a:r>
              <a:rPr dirty="0" err="1"/>
              <a:t>pentru</a:t>
            </a:r>
            <a:r>
              <a:rPr dirty="0"/>
              <a:t> </a:t>
            </a:r>
            <a:r>
              <a:rPr dirty="0" err="1"/>
              <a:t>atenție</a:t>
            </a:r>
            <a:r>
              <a:rPr dirty="0"/>
              <a:t>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</TotalTime>
  <Words>263</Words>
  <Application>Microsoft Office PowerPoint</Application>
  <PresentationFormat>On-screen Show (4:3)</PresentationFormat>
  <Paragraphs>28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Rockwell</vt:lpstr>
      <vt:lpstr>Rockwell Condensed</vt:lpstr>
      <vt:lpstr>Wingdings</vt:lpstr>
      <vt:lpstr>Wood Type</vt:lpstr>
      <vt:lpstr>Sistem Inteligent pentru Diagnostic Medical</vt:lpstr>
      <vt:lpstr>1. Obiectivul Proiectului</vt:lpstr>
      <vt:lpstr>2. Tehnologiile Folosite</vt:lpstr>
      <vt:lpstr>3. Generarea și Pregătirea Datelor</vt:lpstr>
      <vt:lpstr>4. Antrenarea și Testarea Modelului</vt:lpstr>
      <vt:lpstr>5. Cum Gândește Algoritmul?</vt:lpstr>
      <vt:lpstr>6. Interfața Web pentru Pacienți</vt:lpstr>
      <vt:lpstr>7. Concluzii și Pași Viitori</vt:lpstr>
      <vt:lpstr>Vă mulțumim pentru atenție!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Ionut Vladut Malina</cp:lastModifiedBy>
  <cp:revision>2</cp:revision>
  <dcterms:created xsi:type="dcterms:W3CDTF">2013-01-27T09:14:16Z</dcterms:created>
  <dcterms:modified xsi:type="dcterms:W3CDTF">2026-05-04T07:35:11Z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08fd691-0079-45de-8450-2d84fccb2351_Enabled">
    <vt:lpwstr>true</vt:lpwstr>
  </property>
  <property fmtid="{D5CDD505-2E9C-101B-9397-08002B2CF9AE}" pid="3" name="MSIP_Label_b08fd691-0079-45de-8450-2d84fccb2351_SetDate">
    <vt:lpwstr>2026-05-04T07:34:23Z</vt:lpwstr>
  </property>
  <property fmtid="{D5CDD505-2E9C-101B-9397-08002B2CF9AE}" pid="4" name="MSIP_Label_b08fd691-0079-45de-8450-2d84fccb2351_Method">
    <vt:lpwstr>Privileged</vt:lpwstr>
  </property>
  <property fmtid="{D5CDD505-2E9C-101B-9397-08002B2CF9AE}" pid="5" name="MSIP_Label_b08fd691-0079-45de-8450-2d84fccb2351_Name">
    <vt:lpwstr>defa4170-0d19-0005-0000-bc88714345d2</vt:lpwstr>
  </property>
  <property fmtid="{D5CDD505-2E9C-101B-9397-08002B2CF9AE}" pid="6" name="MSIP_Label_b08fd691-0079-45de-8450-2d84fccb2351_SiteId">
    <vt:lpwstr>a6eb79fa-c4a9-4cce-818d-b85274d15305</vt:lpwstr>
  </property>
  <property fmtid="{D5CDD505-2E9C-101B-9397-08002B2CF9AE}" pid="7" name="MSIP_Label_b08fd691-0079-45de-8450-2d84fccb2351_ActionId">
    <vt:lpwstr>2a21827f-4d1c-4a30-927a-3fc833d26428</vt:lpwstr>
  </property>
  <property fmtid="{D5CDD505-2E9C-101B-9397-08002B2CF9AE}" pid="8" name="MSIP_Label_b08fd691-0079-45de-8450-2d84fccb2351_ContentBits">
    <vt:lpwstr>0</vt:lpwstr>
  </property>
  <property fmtid="{D5CDD505-2E9C-101B-9397-08002B2CF9AE}" pid="9" name="MSIP_Label_b08fd691-0079-45de-8450-2d84fccb2351_Tag">
    <vt:lpwstr>10, 0, 1, 1</vt:lpwstr>
  </property>
</Properties>
</file>